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>
        <p:scale>
          <a:sx n="123" d="100"/>
          <a:sy n="123" d="100"/>
        </p:scale>
        <p:origin x="1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93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06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23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40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3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52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8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79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20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84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4FA6C-BB1D-D445-8334-E240676CECAC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71A3635-BB18-C24F-8647-6764F2E17FD3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10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8A5C4-F713-2AD9-A791-6F33A77F2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732" y="-66384"/>
            <a:ext cx="8637073" cy="2541431"/>
          </a:xfrm>
        </p:spPr>
        <p:txBody>
          <a:bodyPr/>
          <a:lstStyle/>
          <a:p>
            <a:r>
              <a:rPr lang="ru-RU" dirty="0"/>
              <a:t>Интернет – Магазин</a:t>
            </a:r>
            <a:br>
              <a:rPr lang="ru-RU" dirty="0"/>
            </a:b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0457A-0880-BC09-C37F-702F13529E9D}"/>
              </a:ext>
            </a:extLst>
          </p:cNvPr>
          <p:cNvSpPr txBox="1"/>
          <p:nvPr/>
        </p:nvSpPr>
        <p:spPr>
          <a:xfrm>
            <a:off x="7530492" y="1514924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WILDFRUITS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F7C15-7475-10CE-C7C5-DAD742634EB1}"/>
              </a:ext>
            </a:extLst>
          </p:cNvPr>
          <p:cNvSpPr txBox="1"/>
          <p:nvPr/>
        </p:nvSpPr>
        <p:spPr>
          <a:xfrm>
            <a:off x="0" y="4820479"/>
            <a:ext cx="20120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Выполнили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br>
              <a:rPr lang="ru-RU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Керимов Дмитрий</a:t>
            </a:r>
          </a:p>
          <a:p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Галиев Эмиль</a:t>
            </a:r>
          </a:p>
          <a:p>
            <a:r>
              <a:rPr lang="ru-RU" dirty="0" err="1">
                <a:solidFill>
                  <a:schemeClr val="accent3">
                    <a:lumMod val="75000"/>
                  </a:schemeClr>
                </a:solidFill>
              </a:rPr>
              <a:t>Рукан</a:t>
            </a:r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 Никита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FEB6E8-08F1-BEAC-9BD2-78C7BEAB0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836" y="2147475"/>
            <a:ext cx="6434417" cy="3401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32987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667D4-1DC8-693F-2C96-D4D77615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27" y="108780"/>
            <a:ext cx="9603275" cy="1049235"/>
          </a:xfrm>
        </p:spPr>
        <p:txBody>
          <a:bodyPr/>
          <a:lstStyle/>
          <a:p>
            <a:r>
              <a:rPr lang="ru-RU" dirty="0"/>
              <a:t>Начальный экран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428E32-8127-BDFA-9CF9-C35615A244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14269"/>
            <a:ext cx="5353881" cy="581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55FED1-9B61-5379-58A3-998AE3E66601}"/>
              </a:ext>
            </a:extLst>
          </p:cNvPr>
          <p:cNvSpPr txBox="1"/>
          <p:nvPr/>
        </p:nvSpPr>
        <p:spPr>
          <a:xfrm>
            <a:off x="457200" y="1838739"/>
            <a:ext cx="342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начала нужно создать аккаунт, здесь ты можешь выбрать </a:t>
            </a:r>
            <a:endParaRPr lang="en-US" dirty="0"/>
          </a:p>
          <a:p>
            <a:r>
              <a:rPr lang="en-US" dirty="0"/>
              <a:t>’</a:t>
            </a:r>
            <a:r>
              <a:rPr lang="ru-RU" dirty="0"/>
              <a:t>кто ты</a:t>
            </a:r>
            <a:r>
              <a:rPr lang="en-US" dirty="0"/>
              <a:t>’ – </a:t>
            </a:r>
            <a:r>
              <a:rPr lang="ru-RU" dirty="0"/>
              <a:t>Продавец или Покупатель. </a:t>
            </a:r>
          </a:p>
        </p:txBody>
      </p:sp>
    </p:spTree>
    <p:extLst>
      <p:ext uri="{BB962C8B-B14F-4D97-AF65-F5344CB8AC3E}">
        <p14:creationId xmlns:p14="http://schemas.microsoft.com/office/powerpoint/2010/main" val="1796197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9FB2-46B7-C155-1F82-C56B493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58" y="173583"/>
            <a:ext cx="9603275" cy="1049235"/>
          </a:xfrm>
        </p:spPr>
        <p:txBody>
          <a:bodyPr/>
          <a:lstStyle/>
          <a:p>
            <a:r>
              <a:rPr lang="ru-RU" dirty="0"/>
              <a:t>Что дальше тебе ДОСТУПНО?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DB54F4F-132C-FEFB-82DD-4474AED8FF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58" y="782629"/>
            <a:ext cx="4934713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A8206B0-84D0-A8FC-5CC4-AF23A35D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111" y="782629"/>
            <a:ext cx="5545774" cy="344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C17B920-7DB5-6556-7E70-8ADEA3B42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482" y="4342575"/>
            <a:ext cx="7074403" cy="237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E9747-79F5-8B2F-D8C2-A240178123B7}"/>
              </a:ext>
            </a:extLst>
          </p:cNvPr>
          <p:cNvSpPr txBox="1"/>
          <p:nvPr/>
        </p:nvSpPr>
        <p:spPr>
          <a:xfrm>
            <a:off x="0" y="4442882"/>
            <a:ext cx="3985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регистрации тебе доступны все функции магазина. Личный кабинет, каталог товаров, Избранное, Корзина и многое другое</a:t>
            </a:r>
          </a:p>
        </p:txBody>
      </p:sp>
    </p:spTree>
    <p:extLst>
      <p:ext uri="{BB962C8B-B14F-4D97-AF65-F5344CB8AC3E}">
        <p14:creationId xmlns:p14="http://schemas.microsoft.com/office/powerpoint/2010/main" val="125830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BF0DA-512B-E289-58C7-C4EA49A4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43" y="169252"/>
            <a:ext cx="9603275" cy="1049235"/>
          </a:xfrm>
        </p:spPr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6854B25-5D3D-0F38-2968-838EAE9BD9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64" y="932974"/>
            <a:ext cx="5337123" cy="4269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31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8FFED-D319-2584-AC5D-4D486A27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483"/>
            <a:ext cx="9603275" cy="1049235"/>
          </a:xfrm>
        </p:spPr>
        <p:txBody>
          <a:bodyPr/>
          <a:lstStyle/>
          <a:p>
            <a:r>
              <a:rPr lang="ru-RU" dirty="0"/>
              <a:t>НЕМНОГО ПРО КОД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90891B2-10DF-078D-9450-D78B33E4C8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302" y="1009799"/>
            <a:ext cx="6147395" cy="56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69A4A1-BA64-A5B2-89EC-AD7C8AE5922A}"/>
              </a:ext>
            </a:extLst>
          </p:cNvPr>
          <p:cNvSpPr txBox="1"/>
          <p:nvPr/>
        </p:nvSpPr>
        <p:spPr>
          <a:xfrm>
            <a:off x="4787520" y="448434"/>
            <a:ext cx="232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Обработчики ошибок</a:t>
            </a:r>
          </a:p>
        </p:txBody>
      </p:sp>
    </p:spTree>
    <p:extLst>
      <p:ext uri="{BB962C8B-B14F-4D97-AF65-F5344CB8AC3E}">
        <p14:creationId xmlns:p14="http://schemas.microsoft.com/office/powerpoint/2010/main" val="3904897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004A7-F4C1-0EE2-91BC-BCCB46BF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73" y="0"/>
            <a:ext cx="9603275" cy="1049235"/>
          </a:xfrm>
        </p:spPr>
        <p:txBody>
          <a:bodyPr/>
          <a:lstStyle/>
          <a:p>
            <a:r>
              <a:rPr lang="ru-RU" dirty="0"/>
              <a:t>ИНТЕРЕСНЫЙ СПОСОБ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38FA53D-D0D5-E425-3CD3-52DF62C64B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414" y="2469087"/>
            <a:ext cx="6499171" cy="333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013BA1-AFEF-1C73-7351-9B580241B287}"/>
              </a:ext>
            </a:extLst>
          </p:cNvPr>
          <p:cNvSpPr txBox="1"/>
          <p:nvPr/>
        </p:nvSpPr>
        <p:spPr>
          <a:xfrm>
            <a:off x="1438628" y="878034"/>
            <a:ext cx="8580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 всех появляется вопрос, а как же добавить денег на аккаунт? Мы продумали и это! Чтобы добавить нужное количество денег, нужно перейти по </a:t>
            </a:r>
            <a:r>
              <a:rPr lang="en-US" dirty="0"/>
              <a:t>/</a:t>
            </a:r>
            <a:r>
              <a:rPr lang="en-US" dirty="0" err="1"/>
              <a:t>add_money</a:t>
            </a:r>
            <a:r>
              <a:rPr lang="ru-RU" dirty="0"/>
              <a:t>, ввести нужную почту и количество желаемых средств. </a:t>
            </a:r>
          </a:p>
        </p:txBody>
      </p:sp>
    </p:spTree>
    <p:extLst>
      <p:ext uri="{BB962C8B-B14F-4D97-AF65-F5344CB8AC3E}">
        <p14:creationId xmlns:p14="http://schemas.microsoft.com/office/powerpoint/2010/main" val="2431965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355B0-D5F7-E7A7-4704-616D46C4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968" y="121231"/>
            <a:ext cx="9603275" cy="1049235"/>
          </a:xfrm>
        </p:spPr>
        <p:txBody>
          <a:bodyPr/>
          <a:lstStyle/>
          <a:p>
            <a:r>
              <a:rPr lang="ru-RU" dirty="0"/>
              <a:t>РЕКЛАМКА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6FF821-FF30-7FF8-4E2D-A5CB0EBE4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757" y="971683"/>
            <a:ext cx="9603275" cy="3450613"/>
          </a:xfrm>
        </p:spPr>
        <p:txBody>
          <a:bodyPr/>
          <a:lstStyle/>
          <a:p>
            <a:r>
              <a:rPr lang="ru-RU" dirty="0"/>
              <a:t>Разумеется, на наш сайт мы добавили рекламу. Тут немного про то, как она реализована.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FD5A6A-5937-A649-D2F2-3A9DFED55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987417"/>
            <a:ext cx="9575800" cy="389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2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D35D8-026B-3337-8597-DC9DDFB69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570" y="342420"/>
            <a:ext cx="9603275" cy="1049235"/>
          </a:xfrm>
        </p:spPr>
        <p:txBody>
          <a:bodyPr/>
          <a:lstStyle/>
          <a:p>
            <a:r>
              <a:rPr lang="ru-RU" dirty="0"/>
              <a:t>Перспективы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181CDB-1C43-35C0-018D-FE217FE45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1) Добавление большего количества рекламы </a:t>
            </a:r>
            <a:r>
              <a:rPr lang="en-US" dirty="0">
                <a:sym typeface="Wingdings" pitchFamily="2" charset="2"/>
              </a:rPr>
              <a:t></a:t>
            </a:r>
            <a:endParaRPr lang="ru-RU" dirty="0">
              <a:sym typeface="Wingdings" pitchFamily="2" charset="2"/>
            </a:endParaRPr>
          </a:p>
          <a:p>
            <a:r>
              <a:rPr lang="ru-RU" dirty="0">
                <a:sym typeface="Wingdings" pitchFamily="2" charset="2"/>
              </a:rPr>
              <a:t>2) Добавление настоящей системы оплаты </a:t>
            </a:r>
          </a:p>
          <a:p>
            <a:r>
              <a:rPr lang="ru-RU" dirty="0">
                <a:sym typeface="Wingdings" pitchFamily="2" charset="2"/>
              </a:rPr>
              <a:t>3) Улучшение дизайна </a:t>
            </a:r>
          </a:p>
          <a:p>
            <a:r>
              <a:rPr lang="ru-RU" dirty="0">
                <a:sym typeface="Wingdings" pitchFamily="2" charset="2"/>
              </a:rPr>
              <a:t>4) Добавление различных полезных функций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4577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D2EC7C-B8A4-0185-E5ED-BDC5E56A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2" y="342420"/>
            <a:ext cx="9603275" cy="1049235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A13E8-031B-BF2D-2359-403B6C31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Данный сайт создан нами полностью и демонстрирует наше умение работать с </a:t>
            </a:r>
            <a:r>
              <a:rPr lang="en-US" dirty="0"/>
              <a:t>Flask</a:t>
            </a:r>
            <a:r>
              <a:rPr lang="ru-RU" dirty="0"/>
              <a:t> на </a:t>
            </a:r>
            <a:r>
              <a:rPr lang="en-US" dirty="0"/>
              <a:t>Python.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2445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0E4CCF8-4DFA-BE9D-6DD4-C223EEF49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accent3">
                    <a:lumMod val="75000"/>
                  </a:schemeClr>
                </a:solidFill>
              </a:rPr>
              <a:t>На этом все! Более подробнее мы сейчас вам покажем и расскажем!</a:t>
            </a:r>
          </a:p>
        </p:txBody>
      </p:sp>
    </p:spTree>
    <p:extLst>
      <p:ext uri="{BB962C8B-B14F-4D97-AF65-F5344CB8AC3E}">
        <p14:creationId xmlns:p14="http://schemas.microsoft.com/office/powerpoint/2010/main" val="44877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182</Words>
  <Application>Microsoft Macintosh PowerPoint</Application>
  <PresentationFormat>Широкоэкранный</PresentationFormat>
  <Paragraphs>25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Wingdings</vt:lpstr>
      <vt:lpstr>Галерея</vt:lpstr>
      <vt:lpstr>Интернет – Магазин </vt:lpstr>
      <vt:lpstr>Начальный экран</vt:lpstr>
      <vt:lpstr>Что дальше тебе ДОСТУПНО?</vt:lpstr>
      <vt:lpstr>СТРУКТУРА ПРОЕКТА</vt:lpstr>
      <vt:lpstr>НЕМНОГО ПРО КОД</vt:lpstr>
      <vt:lpstr>ИНТЕРЕСНЫЙ СПОСОБ</vt:lpstr>
      <vt:lpstr>РЕКЛАМКА</vt:lpstr>
      <vt:lpstr>Перспективы развития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1</cp:revision>
  <dcterms:created xsi:type="dcterms:W3CDTF">2026-04-29T19:17:00Z</dcterms:created>
  <dcterms:modified xsi:type="dcterms:W3CDTF">2026-04-29T19:45:17Z</dcterms:modified>
</cp:coreProperties>
</file>